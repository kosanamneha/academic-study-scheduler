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7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82" d="100"/>
          <a:sy n="82" d="100"/>
        </p:scale>
        <p:origin x="720" y="8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9/23/2025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643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3A09-E6CF-47F6-1503-786553F6D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94C1F-69A4-BC3D-EAA3-2AF95CB7C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758A-C6D1-34A8-C459-47F6264E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99F7A-6877-DD25-4957-A245521F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81995-36F9-B364-1729-A890736C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4088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4E91-7C1A-4B4B-5160-769D2D05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AE39B-53F3-80ED-9AEF-8BE749AE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0666-FC28-D5CC-D1E5-E74588A1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8E200-D6B3-72F9-87EE-0004C7CA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5602B-8F74-179D-D7A2-7105F573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1231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94BB-E42F-A93C-9BEF-61EBC82C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D41BC-C6E8-9545-105C-2F06D1723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5EC3D-1A1B-F9D2-7F25-F7E1E958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AE7A5-176A-FB2F-0FF7-8B7F0D47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AD723-C98F-55CE-C469-59404F85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9591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03DB-5998-B785-AC17-3C31FA0C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430A-201D-BA16-72C9-983A36C71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02D6C-6379-7656-7AE3-8109EEAEA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1E256-C4DD-733A-1EAE-F7E02AC4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2D62-69C8-8F95-7D55-51E16A77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597EB-3B65-F27A-6ADD-71CC6D75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192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E061-8BF2-8332-88B4-013A42D3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9C90D-C725-8051-34F6-99EF5E50A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AAA60-88BA-C75B-AA75-F4B6438D2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C435C-29E9-C4FB-3506-44FC23420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CE7E9-54B4-646C-CE6A-6AD3D780A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74D53-9DAF-123D-ADDD-721ABA60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C4BA2-5BB2-E252-333D-F7B1C822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33FD9-550A-7FB1-89A4-B282EF05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3898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0451-4E49-B615-DE78-A52A00DB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B6DC5-EAF9-F292-8CCF-BBBB7558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4ADC3-2399-172D-59F9-ACD769AA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20D02-76E2-F760-C914-106BF53B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256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9C771-45EF-4CFF-5CE6-D2492154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A01B4-A786-DB77-F2D0-300DACDA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2EC55-2C83-08D0-01DC-70AA0D29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591630-3279-B74C-AF66-81B5792A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2B61C-1F2B-3247-C1D8-A9615DB51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57B4FF-0131-4C98-9262-F32E1BF7E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24EAA3C-B2F3-2B0D-71DD-19432AE2C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72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2A32-FFB4-EB1B-E306-DFD5E2F6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3D10-875B-5694-5AE9-5991CC26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E043-F9DE-7F32-A6C7-73C3FEBCE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5E677-71CA-FB54-CDDD-2FC43E92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CE30-0EAF-F46C-6785-E0DDAD48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68112-69F3-354F-4611-49B7FAE4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8509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151F-EF31-652F-2B11-8DA81F90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40071-96AC-E433-EAB9-5B69AAC18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2A60C-F5A4-1079-3F6C-7C1CE9016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7EC4F-E32F-3E56-F6E0-717772BA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0CEA6-5CA1-9E4B-D87A-BDC6EF02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F1EAF-1785-A67C-3BA3-86224B8D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717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9F1A-F9B7-65CA-10E9-914D91C1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E6E5E-6D96-1AA2-C523-C6704584C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ED9F7-B9C3-3128-1501-26A672FC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10BFA-9727-7E2F-5743-B228320B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2A076-C71B-765D-1D25-91F3DC02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7591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778809-6257-BA94-EC86-6A8E8C436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7A7E2-57DF-7C3B-4A12-57359B760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6889-9885-ADE8-CDDD-EAC307E4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8B90-5998-5545-141F-A6CA3552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73FC9-61B6-C771-3F93-54D3F20A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8948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0140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97122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DCEFD-4DE5-DBCC-4D5E-D71467D9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29015-8A2F-535F-BAA9-586522B5D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BC4A3-3B0E-5429-3698-E0DEC4D12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538F-5A7C-44A8-6475-E91895875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0C1D2-7A6B-ADB3-5DED-CB8CF6724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C5B721-E924-E0D6-8712-7F2AB4F4B8B7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80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675" r:id="rId14"/>
    <p:sldLayoutId id="2147483651" r:id="rId15"/>
    <p:sldLayoutId id="2147483676" r:id="rId16"/>
    <p:sldLayoutId id="2147483670" r:id="rId17"/>
    <p:sldLayoutId id="2147483678" r:id="rId18"/>
    <p:sldLayoutId id="2147483664" r:id="rId19"/>
    <p:sldLayoutId id="2147483680" r:id="rId20"/>
    <p:sldLayoutId id="2147483681" r:id="rId21"/>
    <p:sldLayoutId id="2147483682" r:id="rId22"/>
    <p:sldLayoutId id="2147483666" r:id="rId23"/>
    <p:sldLayoutId id="214748365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DB8297-0D8E-5073-516E-A8DE0238A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9919"/>
            <a:ext cx="10360152" cy="2037144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</a:b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36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SeshadriRao Gudlavalleru Engineering College</a:t>
            </a:r>
            <a:br>
              <a:rPr lang="en-US" sz="3200" b="1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&amp;Engineering</a:t>
            </a:r>
            <a:br>
              <a:rPr lang="en-US" sz="24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Community Service Project </a:t>
            </a:r>
            <a:br>
              <a:rPr lang="en-US" sz="20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200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Fertilizer Usage Guide</a:t>
            </a:r>
            <a:endParaRPr lang="en-IN" sz="5300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C8031-6F2A-8132-74C8-E68929814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257063"/>
            <a:ext cx="10463514" cy="438101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>
              <a:solidFill>
                <a:schemeClr val="accent6">
                  <a:lumMod val="10000"/>
                </a:schemeClr>
              </a:solidFill>
            </a:endParaRPr>
          </a:p>
          <a:p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sz="180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/>
            <a:r>
              <a:rPr lang="en-IN" sz="2000" b="1" dirty="0" err="1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K.Neha</a:t>
            </a:r>
            <a:r>
              <a:rPr lang="en-IN" sz="20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(24485A0511)</a:t>
            </a:r>
          </a:p>
          <a:p>
            <a:pPr algn="l"/>
            <a:r>
              <a:rPr lang="en-IN" sz="2000" b="1" dirty="0" err="1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K.Sowmya</a:t>
            </a:r>
            <a:r>
              <a:rPr lang="en-IN" sz="20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(23481A0596)</a:t>
            </a:r>
          </a:p>
          <a:p>
            <a:pPr algn="l"/>
            <a:r>
              <a:rPr lang="en-IN" sz="2000" b="1" dirty="0" err="1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K.Hemalatha</a:t>
            </a:r>
            <a:r>
              <a:rPr lang="en-IN" sz="20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(23481A05C4)</a:t>
            </a:r>
          </a:p>
          <a:p>
            <a:pPr algn="l"/>
            <a:r>
              <a:rPr lang="en-IN" sz="2000" b="1" dirty="0" err="1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K.Bindhu</a:t>
            </a:r>
            <a:r>
              <a:rPr lang="en-IN" sz="20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(23481A05d2)</a:t>
            </a:r>
          </a:p>
          <a:p>
            <a:r>
              <a:rPr lang="en-US" altLang="en-US" sz="2000" cap="none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IN" altLang="en-US" sz="18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m.Babu Rao, M.Tech, Ph.D.</a:t>
            </a:r>
            <a:endParaRPr lang="en-US" altLang="en-US" sz="1800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cap="none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Professor And Head, </a:t>
            </a:r>
            <a:r>
              <a:rPr lang="en-US" altLang="en-US" sz="2000" cap="none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891A0-A00D-800E-C77C-007EF58F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070" y="2291787"/>
            <a:ext cx="1830811" cy="183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6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1FF6-5A41-2FE8-7E84-0B451192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2597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20108-0110-3956-FA27-3A77FEF18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650" y="2416629"/>
            <a:ext cx="11620982" cy="4034358"/>
          </a:xfrm>
        </p:spPr>
        <p:txBody>
          <a:bodyPr>
            <a:normAutofit/>
          </a:bodyPr>
          <a:lstStyle/>
          <a:p>
            <a:pPr algn="just"/>
            <a:r>
              <a:rPr lang="en-US" sz="3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farmers with a simple and practical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fertilizer usage guide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promote balanced fertilizer application, improve soil fertility, reduce costs, and enhance crop yield. The fertilizer usage guide is a community-focused web-based platform designed to educate farmers and gardeners on the correct and sustainable use of fertilizers. </a:t>
            </a:r>
          </a:p>
          <a:p>
            <a:pPr algn="l"/>
            <a:endParaRPr lang="en-IN" sz="32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49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EDC6-F657-DF3B-6638-43570485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7350"/>
            <a:ext cx="10360152" cy="109420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F27E3-D331-5DC4-0CC2-9EBF393A4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607" y="2164465"/>
            <a:ext cx="11331615" cy="4306185"/>
          </a:xfrm>
        </p:spPr>
        <p:txBody>
          <a:bodyPr>
            <a:normAutofit/>
          </a:bodyPr>
          <a:lstStyle/>
          <a:p>
            <a:pPr algn="just"/>
            <a:r>
              <a:rPr lang="en-US" sz="3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farmers struggle to identify the right type and amount of fertilizers for their crops.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Overuse harms soil health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underuse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crop yield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There is a need for an easy-to-use guide that provides accurate, crop-specific fertilizer recommendations to support sustainable farming.</a:t>
            </a:r>
          </a:p>
        </p:txBody>
      </p:sp>
    </p:spTree>
    <p:extLst>
      <p:ext uri="{BB962C8B-B14F-4D97-AF65-F5344CB8AC3E}">
        <p14:creationId xmlns:p14="http://schemas.microsoft.com/office/powerpoint/2010/main" val="34413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B6D7-C0EF-3912-F5C3-830421EE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67160"/>
            <a:ext cx="10360152" cy="91439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2627-0DAD-64E6-DA68-EB36EDD22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301" y="1973957"/>
            <a:ext cx="11262167" cy="4711298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crop-specific fertilizer recommendations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prevent overuse of chemical fertilizers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educate farmers about the balanced and sustainable use of fertilizers.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help reduce excess costs by avoiding overuse of fertilizers.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user-friendly platform that is easy to access, even in low internet areas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1BE8-CC81-93DE-8A0C-CD76628C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8182"/>
            <a:ext cx="10360152" cy="833377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CC735-47FD-20B0-8CE9-5E7B3B8A7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757" y="1608881"/>
            <a:ext cx="11134846" cy="486176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Crop-specific recommendations:-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Offers guidelines for fertilizer types and quantities based on specific crops.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fertilizer information:-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all major types of fertilizers, including chemical, organic, and bio-fertilizers, along with their benefits and risks.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Health Tips:-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Educates users on maintaining soil fertility and sustainable farming practices.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Resources:-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FAQs, videos, and step-by-step guides on fertilizer application techniques.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Platform:-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farmers can access information on smartphones and tablets, not just desktops.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7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A38C-0304-03B0-B100-B6A25494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10" y="387351"/>
            <a:ext cx="10730542" cy="73539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&amp; Limitations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5CA36-528E-0159-EABD-9F2BA752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665" y="1226916"/>
            <a:ext cx="11644131" cy="5428527"/>
          </a:xfrm>
        </p:spPr>
        <p:txBody>
          <a:bodyPr>
            <a:normAutofit/>
          </a:bodyPr>
          <a:lstStyle/>
          <a:p>
            <a:pPr algn="l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Fertilizer recommendations are provided by government agencies, agricultural universities, or private companies.</a:t>
            </a:r>
          </a:p>
          <a:p>
            <a:pPr algn="just"/>
            <a:endParaRPr lang="en-US" sz="2800" b="1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Focus on Sustainability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Existing systems often emphasize yield over soil health and environmental impact.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Most resources provide general guidelines, not crop- or soil-specific recommendations.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Many resources are only in English or Hindi, limiting regional reach.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0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11C8-5005-9A1E-925D-8B77B3C8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186611"/>
            <a:ext cx="11380748" cy="138654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System- </a:t>
            </a:r>
            <a:r>
              <a:rPr lang="en-US" sz="5300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And Solutions</a:t>
            </a:r>
            <a:br>
              <a:rPr lang="en-US" b="1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1587A-74A2-A045-F87B-743067013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413" y="1222311"/>
            <a:ext cx="11470511" cy="5248340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Internet Access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in rural areas may have slow or no internet connectivity.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lightweight website that works on low bandwidth and offline-friendly features.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Technical Skills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Non-tech-savvy farmers may struggle to use digital platforms.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interface simple, intuitive, and easy to navigate with clear instructions.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Coverage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may not understand guidance if their regional language isn’t supported.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multiple regional language options for better accessibility.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0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CBED-8C40-2154-908D-76ED92B0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345"/>
            <a:ext cx="10360152" cy="902826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Action Plan For Implementation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43C14-D8E4-1103-2D51-FBF1EEB4E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400537"/>
            <a:ext cx="8061649" cy="5070113"/>
          </a:xfrm>
        </p:spPr>
        <p:txBody>
          <a:bodyPr>
            <a:normAutofit/>
          </a:bodyPr>
          <a:lstStyle/>
          <a:p>
            <a:pPr algn="l"/>
            <a:endParaRPr lang="en-US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user needs (requirement analysis)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Identify the target crops and soil </a:t>
            </a:r>
            <a:r>
              <a:rPr lang="en-US" sz="2800" cap="none" dirty="0" err="1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types.Gather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about the problems farmers face with fertilizer use.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&amp; verify data (data collection)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Gather accurate data on fertilizer types, dosages, and soil health practices.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Health Guidance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The platform gives advice on soil improvement, organic alternatives, and eco-friendly practices.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04811-99C0-DBA4-B674-D1032E91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806" y="1123145"/>
            <a:ext cx="3600194" cy="5347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186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89A0-EB2B-D6EC-DD2F-7059DA33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787077"/>
            <a:ext cx="6944810" cy="1967697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Crop &amp; Soil Details</a:t>
            </a:r>
            <a:br>
              <a:rPr lang="en-US" sz="280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Farmers enter the type of crop, soil type, and field information. Optionally, they can input soil test results if available.</a:t>
            </a:r>
            <a:endParaRPr lang="en-IN" sz="2800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8A40-59B8-F7C1-2A27-9928221A43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3540" y="3113589"/>
            <a:ext cx="6667018" cy="3357061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engine</a:t>
            </a:r>
          </a:p>
          <a:p>
            <a:pPr algn="l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The system uses the input data to generate crop- and soil-specific fertilizer guidance. It provides dosage charts, application schedules, and seasonal recommendations.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C1A1F2-9AE5-DFAB-4580-3D00AFC53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9173" b="-9173"/>
          <a:stretch>
            <a:fillRect/>
          </a:stretch>
        </p:blipFill>
        <p:spPr>
          <a:xfrm>
            <a:off x="7755037" y="368646"/>
            <a:ext cx="4224759" cy="6499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3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9C98-C162-BF57-BAA2-FEBE8A8F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10369"/>
            <a:ext cx="10360152" cy="874291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Access And Testing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D5217-C073-53DB-5ED1-DCDA4CC7D6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2840" y="1084661"/>
            <a:ext cx="11123271" cy="5773340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sz="11200" b="1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12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Access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ensure farmers can easily get accurate, reliable, and actionable information about fertilizer use and soil health.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Tutorials, FAQs, videos, and Q&amp;A sections . Access to government schemes and subsidies information.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the platform works on desktops, laptops, tablets, and smartphones.</a:t>
            </a:r>
          </a:p>
          <a:p>
            <a:pPr algn="l"/>
            <a:endParaRPr lang="en-US" sz="11200" b="1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12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thoroughly to make sure the website is accurate, fast, and user-friendly.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farmers can navigate the website easily.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12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from farmers and experts to identify improvements or bugs.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112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27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7BB5-A475-AB97-BB10-A26A4B4B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879676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21AB5-FD30-E268-4A3C-579D24F37F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205" y="2257063"/>
            <a:ext cx="11146420" cy="4213587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fertilizer use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– crop- and soil-specific recommendations to reduce waste.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crop yield &amp; quality 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timely application enhances growth and produce.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soil health 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– balanced fertilization and eco-friendly practices.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Accessible information 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available to rural farmers with regional language support.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3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EB65-CC3B-2532-80B6-08D33C13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19433"/>
            <a:ext cx="10360152" cy="76392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83953-9EB8-C32D-6A14-D231342DC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009" y="1533833"/>
            <a:ext cx="11285317" cy="4936818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internet access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Challenge:-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in remote or rural areas may have slow or no internet connectivity.</a:t>
            </a:r>
          </a:p>
          <a:p>
            <a:pPr algn="just"/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Strategy:-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the platform lightweight and mobile-friendly.</a:t>
            </a:r>
          </a:p>
          <a:p>
            <a:pPr algn="just"/>
            <a:endParaRPr lang="en-US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of users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Challenge:-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farmers may not be tech-savvy, making navigation difficult.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Mitigation Strategy:- 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interface simple and provide tutorials or guides.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28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CDD6C6-9CE9-0C81-9D73-29134AFB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C189-AE65-1539-7264-5A377306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8762"/>
            <a:ext cx="10360152" cy="865238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b="1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9DA60-5114-1FD7-F5B5-F59366965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3506" y="1668496"/>
            <a:ext cx="11285317" cy="479232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&amp; Literacy Barriers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Challenge:-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may not understand guidance if regional languages aren’t supported.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Mitigation Strategy:-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multiple regional languages, simple instructions.</a:t>
            </a:r>
          </a:p>
          <a:p>
            <a:pPr algn="just"/>
            <a:endParaRPr lang="en-US" sz="2800" b="1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&amp; Awareness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may be hesitant to use digital guidance.</a:t>
            </a:r>
          </a:p>
          <a:p>
            <a:pPr algn="just"/>
            <a:r>
              <a:rPr lang="en-US" sz="2800" b="1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Strategy:- </a:t>
            </a:r>
            <a:r>
              <a:rPr lang="en-US" sz="2800" cap="none" dirty="0">
                <a:solidFill>
                  <a:schemeClr val="accent6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awareness programs, demonstrations, and provide local support.</a:t>
            </a:r>
            <a:endParaRPr lang="en-IN" sz="2800" cap="none" dirty="0">
              <a:solidFill>
                <a:schemeClr val="accent6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39B2-DEC1-312A-5F56-CD07FF6F3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reflection blurRad="6350" stA="50000" endA="300" endPos="90000" dist="50800" dir="5400000" sy="-100000" algn="bl" rotWithShape="0"/>
          </a:effectLst>
        </p:spPr>
        <p:txBody>
          <a:bodyPr/>
          <a:lstStyle/>
          <a:p>
            <a:r>
              <a:rPr lang="en-US" sz="9600" dirty="0">
                <a:solidFill>
                  <a:schemeClr val="accent6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dirty="0">
              <a:solidFill>
                <a:schemeClr val="accent6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657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911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Courier New</vt:lpstr>
      <vt:lpstr>Sagona Book</vt:lpstr>
      <vt:lpstr>Times New Roman</vt:lpstr>
      <vt:lpstr>Wingdings</vt:lpstr>
      <vt:lpstr>Office Theme</vt:lpstr>
      <vt:lpstr>  SeshadriRao Gudlavalleru Engineering College Department of Computer Science &amp;Engineering Community Service Project  on Fertilizer Usage Guide</vt:lpstr>
      <vt:lpstr>Abstract</vt:lpstr>
      <vt:lpstr>Problem Statement</vt:lpstr>
      <vt:lpstr>Objectives</vt:lpstr>
      <vt:lpstr>Scope</vt:lpstr>
      <vt:lpstr>Existing Systems &amp; Limitations</vt:lpstr>
      <vt:lpstr>Proposed System- Problems And Solutions </vt:lpstr>
      <vt:lpstr>Action Plan For Implementation</vt:lpstr>
      <vt:lpstr> Input Crop &amp; Soil Details       Farmers enter the type of crop, soil type, and field information. Optionally, they can input soil test results if available.</vt:lpstr>
      <vt:lpstr>Information Access And Testing</vt:lpstr>
      <vt:lpstr>Outcomes</vt:lpstr>
      <vt:lpstr>Challenges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Kosanam</dc:creator>
  <cp:lastModifiedBy>Neha Kosanam</cp:lastModifiedBy>
  <cp:revision>21</cp:revision>
  <dcterms:created xsi:type="dcterms:W3CDTF">2025-09-21T04:49:15Z</dcterms:created>
  <dcterms:modified xsi:type="dcterms:W3CDTF">2025-09-23T13:29:50Z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